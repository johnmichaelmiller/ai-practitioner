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notesMaster" Target="notesMasters/notesMaster1.xml" /><Relationship Id="rId30" Type="http://schemas.openxmlformats.org/officeDocument/2006/relationships/viewProps" Target="viewProps.xml" /><Relationship Id="rId2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2" Type="http://schemas.openxmlformats.org/officeDocument/2006/relationships/tableStyles" Target="tableStyles.xml" /><Relationship Id="rId31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?>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?>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Welcome everyone and set the tone: AI-assisted development is here, but regulated environments need clarity. Emphasize that this session is practical, not theoretical. Mention that we’ll cover risks, standards, and concrete mitigations.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Walk through the agenda quickly. Highlight that the session builds from risk → standards → mitigations. Encourage attendees to jot down questions for the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Frame the urgency: AI is already in use, often informally. Stress that regulators aren’t banning AI—they expect organizations to control it. Position this as a modernization of compliance, not a barrier to innovation.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Introduce the six major categories of risk. Mention that these risks appear across industries, not just medical or finance. Set up the next slides where each risk is unpacked.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Explain that traceability is the #1 issue auditors flag. AI outputs are not inherently traceable unless teams enforce it. Give a quick example: “Show me the requirement that led to this function.”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Emphasize that AI-generated code can look correct but behave incorrectly. Mention that validation must increase, not decrease, when AI is involved. Highlight the need for automated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Stress that documentation is a regulatory requirement, not a nice-to-have. Explain that reproducibility is essential for audits and investigations. Mention prompt logging as a mitigation we’ll cover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Explain that reviewers often struggle with AI-generated code because it lacks human reasoning. Auditors may ask “Why was this implemented this way?” and teams need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Emphasize that AI can generate hundreds of lines instantly, which breaks traditional change control expectations. Stress the importance of tagging AI-generated commits.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Explain that AI models may generate code resembling licensed material. Stress that legal teams are increasingly concerned about provenance.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Introduce the standards landscape. Emphasize that AI-generated code affects multiple compliance domains simultaneously.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Highlight that medical device software is one of the most impacted domains. Explain that AI-generated code must still meet all lifecycle and risk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Emphasize that enterprise auditors are already asking about AI usage. Explain that SOX and SOC 2 care deeply about change control and auditability.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Explain that AI-generated code may inadvertently mishandle personal data. Stress that privacy-by-design must be preserved even with AI assistance.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Introduce the mitigation section as the “how to fix it” part. Emphasize that these controls are practical and auditable.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Explain that AI tools must be treated like any other software tool in regulated environments. Mention that qualification does not mean certifying the model—just validating its intended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Stress that human review is non-negotiable. Explain that reviewers should be trained to identify AI-specific failure modes.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Emphasize that prompt logging is becoming a best practice. Explain that traceability must be restored manually if AI breaks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Explain that automated testing compensates for AI unpredictability. Mention that static analysis tools often catch AI-generated anti-patterns.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Stress that AI-generated changes should be treated as high-risk by default. Explain that tagging AI-generated code helps during audits and investigations.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Reinforce that IP risk is real and growing. Encourage teams to integrate license scanning into CI/CD.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Summarize the “do this” list. Encourage teams to adopt these as part of their SDLC modernization.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23</a:t>
            </a:fld>
            <a:endParaRPr lang="en-US"/>
          </a:p>
        </p:txBody>
      </p:sp>
    </p:spTree>
  </p:cSld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Present these as “avoid these traps.” Mention that most audit findings stem from these exact issues.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24</a:t>
            </a:fld>
            <a:endParaRPr lang="en-US"/>
          </a:p>
        </p:txBody>
      </p:sp>
    </p:spTree>
  </p:cSld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Reinforce that AI is not the enemy—lack of controls is. Encourage attendees to view this as an opportunity to modernize compliance.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25</a:t>
            </a:fld>
            <a:endParaRPr lang="en-US"/>
          </a:p>
        </p:txBody>
      </p:sp>
    </p:spTree>
  </p:cSld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Invite questions. Offer to share templates, checklists, or deeper dives if requested.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26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3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4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5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AI-Generated Code in Regulated Software: Compliance Risks &amp; Mitigations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AI-Generated Code in Regulated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Compliance Risks, Impacted Standards &amp; Practical Mitigations</a:t>
            </a:r>
          </a:p>
          <a:p>
            <a:pPr lvl="0" indent="0" marL="0">
              <a:buNone/>
            </a:pPr>
            <a:r>
              <a:rPr b="1"/>
              <a:t>Webinar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Why this topic matters now</a:t>
            </a:r>
          </a:p>
          <a:p>
            <a:pPr lvl="0" indent="-342900" marL="342900">
              <a:buAutoNum type="arabicPeriod"/>
            </a:pPr>
            <a:r>
              <a:rPr/>
              <a:t>Compliance challenges introduced by AI-generated code</a:t>
            </a:r>
          </a:p>
          <a:p>
            <a:pPr lvl="0" indent="-342900" marL="342900">
              <a:buAutoNum type="arabicPeriod"/>
            </a:pPr>
            <a:r>
              <a:rPr/>
              <a:t>Impacted standards and regulations</a:t>
            </a:r>
          </a:p>
          <a:p>
            <a:pPr lvl="0" indent="-342900" marL="342900">
              <a:buAutoNum type="arabicPeriod"/>
            </a:pPr>
            <a:r>
              <a:rPr/>
              <a:t>Mitigation strategies and best practices</a:t>
            </a:r>
          </a:p>
          <a:p>
            <a:pPr lvl="0" indent="-342900" marL="342900">
              <a:buAutoNum type="arabicPeriod"/>
            </a:pPr>
            <a:r>
              <a:rPr/>
              <a:t>Q&amp;A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This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AI-assisted development is accelerating adoption across industries</a:t>
            </a:r>
          </a:p>
          <a:p>
            <a:pPr lvl="0"/>
            <a:r>
              <a:rPr/>
              <a:t>Regulated environments face new audit vulnerabilities</a:t>
            </a:r>
          </a:p>
          <a:p>
            <a:pPr lvl="0"/>
            <a:r>
              <a:rPr/>
              <a:t>Traditional SDLC controls were not designed for AI-generated artifacts</a:t>
            </a:r>
          </a:p>
          <a:p>
            <a:pPr lvl="0"/>
            <a:r>
              <a:rPr/>
              <a:t>Organizations need clarity, governance, and repeatable processes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Compliance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Risk Areas</a:t>
            </a:r>
          </a:p>
          <a:p>
            <a:pPr lvl="0"/>
            <a:r>
              <a:rPr/>
              <a:t>Traceability gaps</a:t>
            </a:r>
          </a:p>
          <a:p>
            <a:pPr lvl="0"/>
            <a:r>
              <a:rPr/>
              <a:t>Validation &amp; verification uncertainty</a:t>
            </a:r>
          </a:p>
          <a:p>
            <a:pPr lvl="0"/>
            <a:r>
              <a:rPr/>
              <a:t>Documentation &amp; reproducibility issues</a:t>
            </a:r>
          </a:p>
          <a:p>
            <a:pPr lvl="0"/>
            <a:r>
              <a:rPr/>
              <a:t>Explainability challenges</a:t>
            </a:r>
          </a:p>
          <a:p>
            <a:pPr lvl="0"/>
            <a:r>
              <a:rPr/>
              <a:t>Change control complications</a:t>
            </a:r>
          </a:p>
          <a:p>
            <a:pPr lvl="0"/>
            <a:r>
              <a:rPr/>
              <a:t>IP &amp; licensing exposure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Traceability Gaps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Missing lineage from requirements → design → code → tests</a:t>
            </a:r>
          </a:p>
          <a:p>
            <a:pPr lvl="0"/>
            <a:r>
              <a:rPr/>
              <a:t>No deterministic mapping from prompt to output</a:t>
            </a:r>
          </a:p>
          <a:p>
            <a:pPr lvl="0"/>
            <a:r>
              <a:rPr/>
              <a:t>Difficulty reconstructing how code was produced</a:t>
            </a:r>
          </a:p>
          <a:p>
            <a:pPr lvl="0"/>
            <a:r>
              <a:rPr/>
              <a:t>Weak auditability without additional controls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Validation &amp; Verification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Hallucinated or incorrect logic</a:t>
            </a:r>
          </a:p>
          <a:p>
            <a:pPr lvl="0"/>
            <a:r>
              <a:rPr/>
              <a:t>Inconsistent coding patterns</a:t>
            </a:r>
          </a:p>
          <a:p>
            <a:pPr lvl="0"/>
            <a:r>
              <a:rPr/>
              <a:t>Security vulnerabilities introduced by generated code</a:t>
            </a:r>
          </a:p>
          <a:p>
            <a:pPr lvl="0"/>
            <a:r>
              <a:rPr/>
              <a:t>Increased burden on testing and review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Documentation &amp; Reproducibility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AI tools do not produce design rationale</a:t>
            </a:r>
          </a:p>
          <a:p>
            <a:pPr lvl="0"/>
            <a:r>
              <a:rPr/>
              <a:t>Prompts and model versions often untracked</a:t>
            </a:r>
          </a:p>
          <a:p>
            <a:pPr lvl="0"/>
            <a:r>
              <a:rPr/>
              <a:t>Outputs may not be reproducible</a:t>
            </a:r>
          </a:p>
          <a:p>
            <a:pPr lvl="0"/>
            <a:r>
              <a:rPr/>
              <a:t>Creates documentation debt for regulated teams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Explainability &amp; Review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Non-idiomatic or opaque code</a:t>
            </a:r>
          </a:p>
          <a:p>
            <a:pPr lvl="0"/>
            <a:r>
              <a:rPr/>
              <a:t>Harder to justify decisions during audits</a:t>
            </a:r>
          </a:p>
          <a:p>
            <a:pPr lvl="0"/>
            <a:r>
              <a:rPr/>
              <a:t>Increased reviewer workload</a:t>
            </a:r>
          </a:p>
          <a:p>
            <a:pPr lvl="0"/>
            <a:r>
              <a:rPr/>
              <a:t>Potential misalignment with internal patterns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Change Control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Large, rapid code changes</a:t>
            </a:r>
          </a:p>
          <a:p>
            <a:pPr lvl="0"/>
            <a:r>
              <a:rPr/>
              <a:t>Unclear impact analysis</a:t>
            </a:r>
          </a:p>
          <a:p>
            <a:pPr lvl="0"/>
            <a:r>
              <a:rPr/>
              <a:t>Risk of bypassing formal workflows</a:t>
            </a:r>
          </a:p>
          <a:p>
            <a:pPr lvl="0"/>
            <a:r>
              <a:rPr/>
              <a:t>Need for explicit tagging of AI-generated changes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IP &amp; Licensing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Potential inclusion of copyrighted or copyleft code</a:t>
            </a:r>
          </a:p>
          <a:p>
            <a:pPr lvl="0"/>
            <a:r>
              <a:rPr/>
              <a:t>Unclear provenance</a:t>
            </a:r>
          </a:p>
          <a:p>
            <a:pPr lvl="0"/>
            <a:r>
              <a:rPr/>
              <a:t>Legal exposure if not scanned and reviewed</a:t>
            </a:r>
          </a:p>
          <a:p>
            <a:pPr lvl="0"/>
            <a:r>
              <a:rPr/>
              <a:t>Requires automated license compliance checks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Impacted Standards &amp; Regulations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Cross-Industry Impact</a:t>
            </a:r>
          </a:p>
          <a:p>
            <a:pPr lvl="0"/>
            <a:r>
              <a:rPr b="1"/>
              <a:t>FDA Software Validation Expectations</a:t>
            </a:r>
          </a:p>
          <a:p>
            <a:pPr lvl="0"/>
            <a:r>
              <a:rPr b="1"/>
              <a:t>ISO/IEC 62304</a:t>
            </a:r>
            <a:r>
              <a:rPr/>
              <a:t> (software lifecycle)</a:t>
            </a:r>
          </a:p>
          <a:p>
            <a:pPr lvl="0"/>
            <a:r>
              <a:rPr b="1"/>
              <a:t>ISO 14971</a:t>
            </a:r>
            <a:r>
              <a:rPr/>
              <a:t> (risk management)</a:t>
            </a:r>
          </a:p>
          <a:p>
            <a:pPr lvl="0"/>
            <a:r>
              <a:rPr b="1"/>
              <a:t>SOC 2</a:t>
            </a:r>
            <a:r>
              <a:rPr/>
              <a:t> (security &amp; change control)</a:t>
            </a:r>
          </a:p>
          <a:p>
            <a:pPr lvl="0"/>
            <a:r>
              <a:rPr b="1"/>
              <a:t>SOX</a:t>
            </a:r>
            <a:r>
              <a:rPr/>
              <a:t> (financial reporting controls)</a:t>
            </a:r>
          </a:p>
          <a:p>
            <a:pPr lvl="0"/>
            <a:r>
              <a:rPr b="1"/>
              <a:t>PCI-DSS</a:t>
            </a:r>
            <a:r>
              <a:rPr/>
              <a:t> (secure coding &amp; data protection)</a:t>
            </a:r>
          </a:p>
          <a:p>
            <a:pPr lvl="0"/>
            <a:r>
              <a:rPr b="1"/>
              <a:t>GDPR</a:t>
            </a:r>
            <a:r>
              <a:rPr/>
              <a:t> (privacy by design)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Medical Device Standards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FDA Expectations</a:t>
            </a:r>
          </a:p>
          <a:p>
            <a:pPr lvl="0"/>
            <a:r>
              <a:rPr/>
              <a:t>Full traceability</a:t>
            </a:r>
          </a:p>
          <a:p>
            <a:pPr lvl="0"/>
            <a:r>
              <a:rPr/>
              <a:t>Documented verification &amp; validation</a:t>
            </a:r>
          </a:p>
          <a:p>
            <a:pPr lvl="0"/>
            <a:r>
              <a:rPr/>
              <a:t>Controlled change management</a:t>
            </a:r>
          </a:p>
          <a:p>
            <a:pPr lvl="0"/>
            <a:r>
              <a:rPr/>
              <a:t>Tool qualification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ISO/IEC 62304</a:t>
            </a:r>
          </a:p>
          <a:p>
            <a:pPr lvl="0"/>
            <a:r>
              <a:rPr/>
              <a:t>Lifecycle documentation</a:t>
            </a:r>
          </a:p>
          <a:p>
            <a:pPr lvl="0"/>
            <a:r>
              <a:rPr/>
              <a:t>Architecture &amp; design controls</a:t>
            </a:r>
          </a:p>
          <a:p>
            <a:pPr lvl="0"/>
            <a:r>
              <a:rPr/>
              <a:t>Verification rigor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ISO 14971</a:t>
            </a:r>
          </a:p>
          <a:p>
            <a:pPr lvl="0"/>
            <a:r>
              <a:rPr/>
              <a:t>New hazard sources</a:t>
            </a:r>
          </a:p>
          <a:p>
            <a:pPr lvl="0"/>
            <a:r>
              <a:rPr/>
              <a:t>Hard-to-predict failure modes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Enterprise &amp; Financial Standards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SOC 2</a:t>
            </a:r>
          </a:p>
          <a:p>
            <a:pPr lvl="0"/>
            <a:r>
              <a:rPr/>
              <a:t>Secure SDLC</a:t>
            </a:r>
          </a:p>
          <a:p>
            <a:pPr lvl="0"/>
            <a:r>
              <a:rPr/>
              <a:t>Change management</a:t>
            </a:r>
          </a:p>
          <a:p>
            <a:pPr lvl="0"/>
            <a:r>
              <a:rPr/>
              <a:t>Access control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SOX</a:t>
            </a:r>
          </a:p>
          <a:p>
            <a:pPr lvl="0"/>
            <a:r>
              <a:rPr/>
              <a:t>Auditability of changes</a:t>
            </a:r>
          </a:p>
          <a:p>
            <a:pPr lvl="0"/>
            <a:r>
              <a:rPr/>
              <a:t>Segregation of duties</a:t>
            </a:r>
          </a:p>
          <a:p>
            <a:pPr lvl="0"/>
            <a:r>
              <a:rPr/>
              <a:t>Deterministic logic in financial systems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PCI-DSS</a:t>
            </a:r>
          </a:p>
          <a:p>
            <a:pPr lvl="0"/>
            <a:r>
              <a:rPr/>
              <a:t>Secure coding</a:t>
            </a:r>
          </a:p>
          <a:p>
            <a:pPr lvl="0"/>
            <a:r>
              <a:rPr/>
              <a:t>Vulnerability management</a:t>
            </a:r>
          </a:p>
          <a:p>
            <a:pPr lvl="0"/>
            <a:r>
              <a:rPr/>
              <a:t>Logging &amp; monitoring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Privacy Regulations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GDPR</a:t>
            </a:r>
          </a:p>
          <a:p>
            <a:pPr lvl="0"/>
            <a:r>
              <a:rPr/>
              <a:t>Privacy by design</a:t>
            </a:r>
          </a:p>
          <a:p>
            <a:pPr lvl="0"/>
            <a:r>
              <a:rPr/>
              <a:t>Data minimization</a:t>
            </a:r>
          </a:p>
          <a:p>
            <a:pPr lvl="0"/>
            <a:r>
              <a:rPr/>
              <a:t>Auditability of data flows</a:t>
            </a:r>
          </a:p>
          <a:p>
            <a:pPr lvl="0"/>
            <a:r>
              <a:rPr/>
              <a:t>Risk of unsafe defaults in generated code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Mitigation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Governance &amp; Controls</a:t>
            </a:r>
          </a:p>
          <a:p>
            <a:pPr lvl="0"/>
            <a:r>
              <a:rPr/>
              <a:t>Tool qualification</a:t>
            </a:r>
          </a:p>
          <a:p>
            <a:pPr lvl="0"/>
            <a:r>
              <a:rPr/>
              <a:t>Human-in-the-loop review</a:t>
            </a:r>
          </a:p>
          <a:p>
            <a:pPr lvl="0"/>
            <a:r>
              <a:rPr/>
              <a:t>Prompt &amp; model version logging</a:t>
            </a:r>
          </a:p>
          <a:p>
            <a:pPr lvl="0"/>
            <a:r>
              <a:rPr/>
              <a:t>Automated testing</a:t>
            </a:r>
          </a:p>
          <a:p>
            <a:pPr lvl="0"/>
            <a:r>
              <a:rPr/>
              <a:t>Risk-based change control</a:t>
            </a:r>
          </a:p>
          <a:p>
            <a:pPr lvl="0"/>
            <a:r>
              <a:rPr/>
              <a:t>IP &amp; license scanning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Tool Qualification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Define intended use</a:t>
            </a:r>
          </a:p>
          <a:p>
            <a:pPr lvl="0"/>
            <a:r>
              <a:rPr/>
              <a:t>Validate outputs for accuracy</a:t>
            </a:r>
          </a:p>
          <a:p>
            <a:pPr lvl="0"/>
            <a:r>
              <a:rPr/>
              <a:t>Restrict access</a:t>
            </a:r>
          </a:p>
          <a:p>
            <a:pPr lvl="0"/>
            <a:r>
              <a:rPr/>
              <a:t>Version-lock models when possible</a:t>
            </a:r>
          </a:p>
          <a:p>
            <a:pPr lvl="0"/>
            <a:r>
              <a:rPr/>
              <a:t>Maintain prompt logs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Human-in-the-Loop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Mandatory peer review</a:t>
            </a:r>
          </a:p>
          <a:p>
            <a:pPr lvl="0"/>
            <a:r>
              <a:rPr/>
              <a:t>Architectural oversight</a:t>
            </a:r>
          </a:p>
          <a:p>
            <a:pPr lvl="0"/>
            <a:r>
              <a:rPr/>
              <a:t>Security review for sensitive modules</a:t>
            </a:r>
          </a:p>
          <a:p>
            <a:pPr lvl="0"/>
            <a:r>
              <a:rPr/>
              <a:t>Style and pattern conformance checks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Documentation &amp; Traceability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Capture prompts and model versions</a:t>
            </a:r>
          </a:p>
          <a:p>
            <a:pPr lvl="0"/>
            <a:r>
              <a:rPr/>
              <a:t>Link generated code to requirements</a:t>
            </a:r>
          </a:p>
          <a:p>
            <a:pPr lvl="0"/>
            <a:r>
              <a:rPr/>
              <a:t>Document design rationale</a:t>
            </a:r>
          </a:p>
          <a:p>
            <a:pPr lvl="0"/>
            <a:r>
              <a:rPr/>
              <a:t>Annotate code reviews for auditability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Automated Testing &amp;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Unit, integration, and regression tests</a:t>
            </a:r>
          </a:p>
          <a:p>
            <a:pPr lvl="0"/>
            <a:r>
              <a:rPr/>
              <a:t>Static analysis (SAST)</a:t>
            </a:r>
          </a:p>
          <a:p>
            <a:pPr lvl="0"/>
            <a:r>
              <a:rPr/>
              <a:t>Dynamic analysis (DAST)</a:t>
            </a:r>
          </a:p>
          <a:p>
            <a:pPr lvl="0"/>
            <a:r>
              <a:rPr/>
              <a:t>Dependency and license scanning</a:t>
            </a:r>
          </a:p>
          <a:p>
            <a:pPr lvl="0"/>
            <a:r>
              <a:rPr/>
              <a:t>Continuous validation pipelines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Risk Management &amp; Change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Perform impact analysis for AI-generated changes</a:t>
            </a:r>
          </a:p>
          <a:p>
            <a:pPr lvl="0"/>
            <a:r>
              <a:rPr/>
              <a:t>Tag AI-generated code in commits</a:t>
            </a:r>
          </a:p>
          <a:p>
            <a:pPr lvl="0"/>
            <a:r>
              <a:rPr/>
              <a:t>Require approvals for high-risk modules</a:t>
            </a:r>
          </a:p>
          <a:p>
            <a:pPr lvl="0"/>
            <a:r>
              <a:rPr/>
              <a:t>Maintain audit logs of generation events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IP &amp; Licensing Safeguards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Automated license scanning</a:t>
            </a:r>
          </a:p>
          <a:p>
            <a:pPr lvl="0"/>
            <a:r>
              <a:rPr/>
              <a:t>Code similarity detection</a:t>
            </a:r>
          </a:p>
          <a:p>
            <a:pPr lvl="0"/>
            <a:r>
              <a:rPr/>
              <a:t>Legal review for high-risk components</a:t>
            </a:r>
          </a:p>
          <a:p>
            <a:pPr lvl="0"/>
            <a:r>
              <a:rPr/>
              <a:t>Policies restricting AI use in sensitive areas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Treat AI tools as validated development tools</a:t>
            </a:r>
          </a:p>
          <a:p>
            <a:pPr lvl="0"/>
            <a:r>
              <a:rPr/>
              <a:t>Require full human review</a:t>
            </a:r>
          </a:p>
          <a:p>
            <a:pPr lvl="0"/>
            <a:r>
              <a:rPr/>
              <a:t>Maintain prompt + output logs</a:t>
            </a:r>
          </a:p>
          <a:p>
            <a:pPr lvl="0"/>
            <a:r>
              <a:rPr/>
              <a:t>Strengthen automated testing</a:t>
            </a:r>
          </a:p>
          <a:p>
            <a:pPr lvl="0"/>
            <a:r>
              <a:rPr/>
              <a:t>Enforce strict change control</a:t>
            </a:r>
          </a:p>
          <a:p>
            <a:pPr lvl="0"/>
            <a:r>
              <a:rPr/>
              <a:t>Integrate risk management into every change</a:t>
            </a:r>
          </a:p>
          <a:p>
            <a:pPr lvl="0"/>
            <a:r>
              <a:rPr/>
              <a:t>Scan for IP and licensing issues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Common Pitfalls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Allowing AI tools to commit code directly</a:t>
            </a:r>
          </a:p>
          <a:p>
            <a:pPr lvl="0"/>
            <a:r>
              <a:rPr/>
              <a:t>Failing to document prompts or model versions</a:t>
            </a:r>
          </a:p>
          <a:p>
            <a:pPr lvl="0"/>
            <a:r>
              <a:rPr/>
              <a:t>Assuming generated code is correct</a:t>
            </a:r>
          </a:p>
          <a:p>
            <a:pPr lvl="0"/>
            <a:r>
              <a:rPr/>
              <a:t>Mixing AI and human code without tagging</a:t>
            </a:r>
          </a:p>
          <a:p>
            <a:pPr lvl="0"/>
            <a:r>
              <a:rPr/>
              <a:t>Neglecting licensing risks</a:t>
            </a:r>
          </a:p>
          <a:p>
            <a:pPr lvl="0"/>
            <a:r>
              <a:rPr/>
              <a:t>Using AI without tool qualification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AI-generated code can be used safely in regulated environments — </a:t>
            </a:r>
            <a:r>
              <a:rPr b="1"/>
              <a:t>but only with strong governance, traceability, validation, and human oversight.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 you for joining the session.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AI-Generated Code in Regulated Software: Compliance Risks &amp; Mitigations</dc:title>
  <dc:creator/>
  <cp:keywords/>
  <dcterms:created xsi:type="dcterms:W3CDTF">2026-04-01T18:24:42Z</dcterms:created>
  <dcterms:modified xsi:type="dcterms:W3CDTF">2026-04-01T18:24:42Z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">
    <vt:lpwstr>lead</vt:lpwstr>
  </property>
  <property fmtid="{D5CDD505-2E9C-101B-9397-08002B2CF9AE}" pid="3" name="marp">
    <vt:lpwstr>True</vt:lpwstr>
  </property>
  <property fmtid="{D5CDD505-2E9C-101B-9397-08002B2CF9AE}" pid="4" name="paginate">
    <vt:lpwstr>True</vt:lpwstr>
  </property>
  <property fmtid="{D5CDD505-2E9C-101B-9397-08002B2CF9AE}" pid="5" name="theme">
    <vt:lpwstr>default</vt:lpwstr>
  </property>
</Properties>
</file>